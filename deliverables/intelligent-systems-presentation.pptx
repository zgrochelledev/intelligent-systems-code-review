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57" r:id="rId5"/>
    <p:sldId id="258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097E38-CE9F-94DD-933C-5950183B61F4}" name="Zoe Rochelle II" initials="ZI" userId="1479fce0824242b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C390F3-7DEB-B839-CFE1-0FAA8022C3D5}" v="267" dt="2026-03-25T21:46:04.481"/>
    <p1510:client id="{CAFCFAC6-64EB-415D-963D-EE54A81BA0D0}" v="3" dt="2026-03-25T00:01:57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98EA-3822-A62B-3D4A-BECF1367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2D256-4289-AF72-1189-694267BC7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5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F5E2-DB44-FD10-D254-487077EA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AB91-49E0-0055-6253-7FC4B9E9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EF23-ADFC-2D96-356F-A42F612B5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3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2161-AF5A-6FC5-AB15-83AB79C8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D33C-38DF-A625-2FB7-8DBDA6AF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16739-EA63-4D78-6C00-D1212D06C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4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DC30D-4A45-9272-7405-7109200E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Run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0655-BF29-12E4-EAB4-DF4C862E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9835818" cy="47117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The model successfully completed a zero-shot forecasting run on the ETTh1 </a:t>
            </a:r>
            <a:r>
              <a:rPr lang="en-US" sz="2000">
                <a:ea typeface="+mn-lt"/>
                <a:cs typeface="+mn-lt"/>
              </a:rPr>
              <a:t>dataset.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As </a:t>
            </a:r>
            <a:r>
              <a:rPr lang="en-US" sz="2000" b="1" dirty="0">
                <a:ea typeface="+mn-lt"/>
                <a:cs typeface="+mn-lt"/>
              </a:rPr>
              <a:t>input</a:t>
            </a:r>
            <a:r>
              <a:rPr lang="en-US" sz="2000">
                <a:ea typeface="+mn-lt"/>
                <a:cs typeface="+mn-lt"/>
              </a:rPr>
              <a:t>, it used 512 past time steps as, as </a:t>
            </a:r>
            <a:r>
              <a:rPr lang="en-US" sz="2000" b="1" dirty="0">
                <a:ea typeface="+mn-lt"/>
                <a:cs typeface="+mn-lt"/>
              </a:rPr>
              <a:t>output</a:t>
            </a:r>
            <a:r>
              <a:rPr lang="en-US" sz="2000" dirty="0">
                <a:ea typeface="+mn-lt"/>
                <a:cs typeface="+mn-lt"/>
              </a:rPr>
              <a:t> it predicted the next 64 future time steps.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The model produced:   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Mean Absolute Error: </a:t>
            </a:r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0.3623</a:t>
            </a:r>
            <a:endParaRPr lang="en-US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Mean Squared Error: </a:t>
            </a:r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0.3556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Lower MSE and MAE indicate better forecasting performance. These values show that the model produced a valid forecast with measurable prediction error.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Furthermore, we can use this data to argue that TS-RAG improves zero-shot forecasting </a:t>
            </a:r>
            <a:r>
              <a:rPr lang="en-US" sz="2000" dirty="0">
                <a:ea typeface="+mn-lt"/>
                <a:cs typeface="+mn-lt"/>
              </a:rPr>
              <a:t>by comparing it against other methods, like RAF.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383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0E4E5-43FE-9420-F20E-66BCD6B4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CDF988-1DDB-2A22-4EB0-D6B296B8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8" y="1855094"/>
            <a:ext cx="11031414" cy="477731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1B644B6-0A48-D0F5-7EC7-4694779C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9009"/>
          </a:xfrm>
        </p:spPr>
        <p:txBody>
          <a:bodyPr/>
          <a:lstStyle/>
          <a:p>
            <a:pPr>
              <a:spcBef>
                <a:spcPts val="1000"/>
              </a:spcBef>
            </a:pPr>
            <a:br>
              <a:rPr lang="en-US" dirty="0"/>
            </a:br>
            <a:r>
              <a:rPr lang="en-US" sz="2200">
                <a:latin typeface="Aptos"/>
              </a:rPr>
              <a:t>Averages across seven datasets: ETTh1, ETTh2, ETTm1, ETTm2, Weather, Traffic, and Electricity (ECL)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79917DE-4034-78E7-11D8-6D64475193C1}"/>
              </a:ext>
            </a:extLst>
          </p:cNvPr>
          <p:cNvSpPr txBox="1">
            <a:spLocks/>
          </p:cNvSpPr>
          <p:nvPr/>
        </p:nvSpPr>
        <p:spPr>
          <a:xfrm>
            <a:off x="1594338" y="-1814"/>
            <a:ext cx="9589477" cy="748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latin typeface="Aptos Display"/>
              </a:rPr>
              <a:t>Comparing against other methods</a:t>
            </a:r>
          </a:p>
        </p:txBody>
      </p:sp>
    </p:spTree>
    <p:extLst>
      <p:ext uri="{BB962C8B-B14F-4D97-AF65-F5344CB8AC3E}">
        <p14:creationId xmlns:p14="http://schemas.microsoft.com/office/powerpoint/2010/main" val="105269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9C7A-A270-A8E7-26EB-4D6F58ED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Insite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38C5-9DC7-5CD3-FA50-BE02DE37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System Diagram</vt:lpstr>
      <vt:lpstr>Key Modules</vt:lpstr>
      <vt:lpstr>Experiment Logic</vt:lpstr>
      <vt:lpstr>Run Results</vt:lpstr>
      <vt:lpstr> Averages across seven datasets: ETTh1, ETTh2, ETTm1, ETTm2, Weather, Traffic, and Electricity (ECL)</vt:lpstr>
      <vt:lpstr>Critical Insite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121</cp:revision>
  <dcterms:created xsi:type="dcterms:W3CDTF">2026-03-24T23:51:18Z</dcterms:created>
  <dcterms:modified xsi:type="dcterms:W3CDTF">2026-03-25T21:46:16Z</dcterms:modified>
</cp:coreProperties>
</file>
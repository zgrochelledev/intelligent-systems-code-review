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9" r:id="rId2"/>
    <p:sldId id="267" r:id="rId3"/>
    <p:sldId id="266" r:id="rId4"/>
    <p:sldId id="270" r:id="rId5"/>
    <p:sldId id="265" r:id="rId6"/>
    <p:sldId id="260" r:id="rId7"/>
    <p:sldId id="261" r:id="rId8"/>
    <p:sldId id="268" r:id="rId9"/>
    <p:sldId id="271" r:id="rId10"/>
    <p:sldId id="269" r:id="rId11"/>
    <p:sldId id="263" r:id="rId12"/>
    <p:sldId id="264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097E38-CE9F-94DD-933C-5950183B61F4}" name="Zoe Rochelle II" initials="ZI" userId="1479fce0824242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FA5E46-A17E-32FF-08B6-6DD2BBFDDBA1}" v="702" dt="2026-04-17T03:40:43.8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chelle, Zoe" userId="S::zrochelle@quinnipiac.edu::2d6ab114-924b-4485-8cb4-918913cbb26c" providerId="AD" clId="Web-{63FA5E46-A17E-32FF-08B6-6DD2BBFDDBA1}"/>
    <pc:docChg chg="addSld delSld modSld sldOrd">
      <pc:chgData name="Rochelle, Zoe" userId="S::zrochelle@quinnipiac.edu::2d6ab114-924b-4485-8cb4-918913cbb26c" providerId="AD" clId="Web-{63FA5E46-A17E-32FF-08B6-6DD2BBFDDBA1}" dt="2026-04-17T03:40:43.869" v="799" actId="20577"/>
      <pc:docMkLst>
        <pc:docMk/>
      </pc:docMkLst>
      <pc:sldChg chg="modSp del">
        <pc:chgData name="Rochelle, Zoe" userId="S::zrochelle@quinnipiac.edu::2d6ab114-924b-4485-8cb4-918913cbb26c" providerId="AD" clId="Web-{63FA5E46-A17E-32FF-08B6-6DD2BBFDDBA1}" dt="2026-04-17T03:11:04.650" v="417"/>
        <pc:sldMkLst>
          <pc:docMk/>
          <pc:sldMk cId="2045383012" sldId="257"/>
        </pc:sldMkLst>
        <pc:spChg chg="mod">
          <ac:chgData name="Rochelle, Zoe" userId="S::zrochelle@quinnipiac.edu::2d6ab114-924b-4485-8cb4-918913cbb26c" providerId="AD" clId="Web-{63FA5E46-A17E-32FF-08B6-6DD2BBFDDBA1}" dt="2026-04-17T02:41:35.918" v="69" actId="20577"/>
          <ac:spMkLst>
            <pc:docMk/>
            <pc:sldMk cId="2045383012" sldId="257"/>
            <ac:spMk id="2" creationId="{6B0DC30D-4A45-9272-7405-7109200E7CB7}"/>
          </ac:spMkLst>
        </pc:spChg>
        <pc:spChg chg="mod">
          <ac:chgData name="Rochelle, Zoe" userId="S::zrochelle@quinnipiac.edu::2d6ab114-924b-4485-8cb4-918913cbb26c" providerId="AD" clId="Web-{63FA5E46-A17E-32FF-08B6-6DD2BBFDDBA1}" dt="2026-04-17T02:39:10.625" v="23" actId="20577"/>
          <ac:spMkLst>
            <pc:docMk/>
            <pc:sldMk cId="2045383012" sldId="257"/>
            <ac:spMk id="3" creationId="{F6BF0655-BF29-12E4-EAB4-DF4C862EC71E}"/>
          </ac:spMkLst>
        </pc:spChg>
      </pc:sldChg>
      <pc:sldChg chg="del">
        <pc:chgData name="Rochelle, Zoe" userId="S::zrochelle@quinnipiac.edu::2d6ab114-924b-4485-8cb4-918913cbb26c" providerId="AD" clId="Web-{63FA5E46-A17E-32FF-08B6-6DD2BBFDDBA1}" dt="2026-04-17T03:07:24.525" v="390"/>
        <pc:sldMkLst>
          <pc:docMk/>
          <pc:sldMk cId="1052691985" sldId="258"/>
        </pc:sldMkLst>
      </pc:sldChg>
      <pc:sldChg chg="modSp">
        <pc:chgData name="Rochelle, Zoe" userId="S::zrochelle@quinnipiac.edu::2d6ab114-924b-4485-8cb4-918913cbb26c" providerId="AD" clId="Web-{63FA5E46-A17E-32FF-08B6-6DD2BBFDDBA1}" dt="2026-04-17T03:27:02.433" v="632" actId="20577"/>
        <pc:sldMkLst>
          <pc:docMk/>
          <pc:sldMk cId="2471752387" sldId="259"/>
        </pc:sldMkLst>
        <pc:spChg chg="mod">
          <ac:chgData name="Rochelle, Zoe" userId="S::zrochelle@quinnipiac.edu::2d6ab114-924b-4485-8cb4-918913cbb26c" providerId="AD" clId="Web-{63FA5E46-A17E-32FF-08B6-6DD2BBFDDBA1}" dt="2026-04-17T03:27:02.433" v="632" actId="20577"/>
          <ac:spMkLst>
            <pc:docMk/>
            <pc:sldMk cId="2471752387" sldId="259"/>
            <ac:spMk id="2" creationId="{00A298EA-3822-A62B-3D4A-BECF136732A9}"/>
          </ac:spMkLst>
        </pc:spChg>
        <pc:spChg chg="mod">
          <ac:chgData name="Rochelle, Zoe" userId="S::zrochelle@quinnipiac.edu::2d6ab114-924b-4485-8cb4-918913cbb26c" providerId="AD" clId="Web-{63FA5E46-A17E-32FF-08B6-6DD2BBFDDBA1}" dt="2026-04-17T02:50:14.596" v="142" actId="20577"/>
          <ac:spMkLst>
            <pc:docMk/>
            <pc:sldMk cId="2471752387" sldId="259"/>
            <ac:spMk id="3" creationId="{4E82D256-4289-AF72-1189-694267BC7097}"/>
          </ac:spMkLst>
        </pc:spChg>
      </pc:sldChg>
      <pc:sldChg chg="modSp">
        <pc:chgData name="Rochelle, Zoe" userId="S::zrochelle@quinnipiac.edu::2d6ab114-924b-4485-8cb4-918913cbb26c" providerId="AD" clId="Web-{63FA5E46-A17E-32FF-08B6-6DD2BBFDDBA1}" dt="2026-04-17T03:27:14.575" v="634" actId="20577"/>
        <pc:sldMkLst>
          <pc:docMk/>
          <pc:sldMk cId="3965135871" sldId="260"/>
        </pc:sldMkLst>
        <pc:spChg chg="mod">
          <ac:chgData name="Rochelle, Zoe" userId="S::zrochelle@quinnipiac.edu::2d6ab114-924b-4485-8cb4-918913cbb26c" providerId="AD" clId="Web-{63FA5E46-A17E-32FF-08B6-6DD2BBFDDBA1}" dt="2026-04-17T03:27:14.575" v="634" actId="20577"/>
          <ac:spMkLst>
            <pc:docMk/>
            <pc:sldMk cId="3965135871" sldId="260"/>
            <ac:spMk id="2" creationId="{05EFAB91-49E0-0055-6253-7FC4B9E9748D}"/>
          </ac:spMkLst>
        </pc:spChg>
      </pc:sldChg>
      <pc:sldChg chg="modSp">
        <pc:chgData name="Rochelle, Zoe" userId="S::zrochelle@quinnipiac.edu::2d6ab114-924b-4485-8cb4-918913cbb26c" providerId="AD" clId="Web-{63FA5E46-A17E-32FF-08B6-6DD2BBFDDBA1}" dt="2026-04-17T03:36:13.477" v="749" actId="20577"/>
        <pc:sldMkLst>
          <pc:docMk/>
          <pc:sldMk cId="3262248952" sldId="261"/>
        </pc:sldMkLst>
        <pc:spChg chg="mod">
          <ac:chgData name="Rochelle, Zoe" userId="S::zrochelle@quinnipiac.edu::2d6ab114-924b-4485-8cb4-918913cbb26c" providerId="AD" clId="Web-{63FA5E46-A17E-32FF-08B6-6DD2BBFDDBA1}" dt="2026-04-17T03:09:51.787" v="409" actId="20577"/>
          <ac:spMkLst>
            <pc:docMk/>
            <pc:sldMk cId="3262248952" sldId="261"/>
            <ac:spMk id="2" creationId="{8ED5D33C-38DF-A625-2FB7-8DBDA6AF295C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36:13.477" v="749" actId="20577"/>
          <ac:spMkLst>
            <pc:docMk/>
            <pc:sldMk cId="3262248952" sldId="261"/>
            <ac:spMk id="3" creationId="{FAB16739-EA63-4D78-6C00-D1212D06C61C}"/>
          </ac:spMkLst>
        </pc:spChg>
      </pc:sldChg>
      <pc:sldChg chg="addSp delSp modSp">
        <pc:chgData name="Rochelle, Zoe" userId="S::zrochelle@quinnipiac.edu::2d6ab114-924b-4485-8cb4-918913cbb26c" providerId="AD" clId="Web-{63FA5E46-A17E-32FF-08B6-6DD2BBFDDBA1}" dt="2026-04-17T03:07:15.509" v="389" actId="20577"/>
        <pc:sldMkLst>
          <pc:docMk/>
          <pc:sldMk cId="416096641" sldId="262"/>
        </pc:sldMkLst>
        <pc:spChg chg="mod">
          <ac:chgData name="Rochelle, Zoe" userId="S::zrochelle@quinnipiac.edu::2d6ab114-924b-4485-8cb4-918913cbb26c" providerId="AD" clId="Web-{63FA5E46-A17E-32FF-08B6-6DD2BBFDDBA1}" dt="2026-04-17T03:06:57.835" v="358" actId="20577"/>
          <ac:spMkLst>
            <pc:docMk/>
            <pc:sldMk cId="416096641" sldId="262"/>
            <ac:spMk id="2" creationId="{F1FD9C7A-A270-A8E7-26EB-4D6F58ED0AD1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07:15.509" v="389" actId="20577"/>
          <ac:spMkLst>
            <pc:docMk/>
            <pc:sldMk cId="416096641" sldId="262"/>
            <ac:spMk id="3" creationId="{7AB638C5-9DC7-5CD3-FA50-BE02DE3763DC}"/>
          </ac:spMkLst>
        </pc:spChg>
        <pc:spChg chg="add del mod">
          <ac:chgData name="Rochelle, Zoe" userId="S::zrochelle@quinnipiac.edu::2d6ab114-924b-4485-8cb4-918913cbb26c" providerId="AD" clId="Web-{63FA5E46-A17E-32FF-08B6-6DD2BBFDDBA1}" dt="2026-04-17T02:43:23.659" v="74"/>
          <ac:spMkLst>
            <pc:docMk/>
            <pc:sldMk cId="416096641" sldId="262"/>
            <ac:spMk id="4" creationId="{4B000A2F-82CE-63C4-4620-68B472CA037C}"/>
          </ac:spMkLst>
        </pc:spChg>
      </pc:sldChg>
      <pc:sldChg chg="addSp delSp modSp new">
        <pc:chgData name="Rochelle, Zoe" userId="S::zrochelle@quinnipiac.edu::2d6ab114-924b-4485-8cb4-918913cbb26c" providerId="AD" clId="Web-{63FA5E46-A17E-32FF-08B6-6DD2BBFDDBA1}" dt="2026-04-17T02:41:22.339" v="68" actId="20577"/>
        <pc:sldMkLst>
          <pc:docMk/>
          <pc:sldMk cId="2725915553" sldId="263"/>
        </pc:sldMkLst>
        <pc:spChg chg="mod">
          <ac:chgData name="Rochelle, Zoe" userId="S::zrochelle@quinnipiac.edu::2d6ab114-924b-4485-8cb4-918913cbb26c" providerId="AD" clId="Web-{63FA5E46-A17E-32FF-08B6-6DD2BBFDDBA1}" dt="2026-04-17T02:41:22.339" v="68" actId="20577"/>
          <ac:spMkLst>
            <pc:docMk/>
            <pc:sldMk cId="2725915553" sldId="263"/>
            <ac:spMk id="2" creationId="{D0538B8D-A343-0CAC-9308-A89F73B91356}"/>
          </ac:spMkLst>
        </pc:spChg>
        <pc:spChg chg="del mod">
          <ac:chgData name="Rochelle, Zoe" userId="S::zrochelle@quinnipiac.edu::2d6ab114-924b-4485-8cb4-918913cbb26c" providerId="AD" clId="Web-{63FA5E46-A17E-32FF-08B6-6DD2BBFDDBA1}" dt="2026-04-17T02:38:36.231" v="16"/>
          <ac:spMkLst>
            <pc:docMk/>
            <pc:sldMk cId="2725915553" sldId="263"/>
            <ac:spMk id="3" creationId="{C4F9803E-1A19-9A98-7A62-0BCD35FE6F6C}"/>
          </ac:spMkLst>
        </pc:spChg>
        <pc:graphicFrameChg chg="add del mod">
          <ac:chgData name="Rochelle, Zoe" userId="S::zrochelle@quinnipiac.edu::2d6ab114-924b-4485-8cb4-918913cbb26c" providerId="AD" clId="Web-{63FA5E46-A17E-32FF-08B6-6DD2BBFDDBA1}" dt="2026-04-17T02:38:28.512" v="15"/>
          <ac:graphicFrameMkLst>
            <pc:docMk/>
            <pc:sldMk cId="2725915553" sldId="263"/>
            <ac:graphicFrameMk id="4" creationId="{815880AF-4452-82AE-A4A4-1451C4970752}"/>
          </ac:graphicFrameMkLst>
        </pc:graphicFrameChg>
        <pc:graphicFrameChg chg="add mod">
          <ac:chgData name="Rochelle, Zoe" userId="S::zrochelle@quinnipiac.edu::2d6ab114-924b-4485-8cb4-918913cbb26c" providerId="AD" clId="Web-{63FA5E46-A17E-32FF-08B6-6DD2BBFDDBA1}" dt="2026-04-17T02:39:27.346" v="26" actId="1076"/>
          <ac:graphicFrameMkLst>
            <pc:docMk/>
            <pc:sldMk cId="2725915553" sldId="263"/>
            <ac:graphicFrameMk id="5" creationId="{815880AF-4452-82AE-A4A4-1451C4970752}"/>
          </ac:graphicFrameMkLst>
        </pc:graphicFrameChg>
      </pc:sldChg>
      <pc:sldChg chg="addSp delSp modSp new">
        <pc:chgData name="Rochelle, Zoe" userId="S::zrochelle@quinnipiac.edu::2d6ab114-924b-4485-8cb4-918913cbb26c" providerId="AD" clId="Web-{63FA5E46-A17E-32FF-08B6-6DD2BBFDDBA1}" dt="2026-04-17T02:41:11.511" v="66" actId="20577"/>
        <pc:sldMkLst>
          <pc:docMk/>
          <pc:sldMk cId="2292980719" sldId="264"/>
        </pc:sldMkLst>
        <pc:spChg chg="mod">
          <ac:chgData name="Rochelle, Zoe" userId="S::zrochelle@quinnipiac.edu::2d6ab114-924b-4485-8cb4-918913cbb26c" providerId="AD" clId="Web-{63FA5E46-A17E-32FF-08B6-6DD2BBFDDBA1}" dt="2026-04-17T02:41:11.511" v="66" actId="20577"/>
          <ac:spMkLst>
            <pc:docMk/>
            <pc:sldMk cId="2292980719" sldId="264"/>
            <ac:spMk id="2" creationId="{2B693293-D2F9-2884-BF8A-FB53D58C43D9}"/>
          </ac:spMkLst>
        </pc:spChg>
        <pc:spChg chg="del">
          <ac:chgData name="Rochelle, Zoe" userId="S::zrochelle@quinnipiac.edu::2d6ab114-924b-4485-8cb4-918913cbb26c" providerId="AD" clId="Web-{63FA5E46-A17E-32FF-08B6-6DD2BBFDDBA1}" dt="2026-04-17T02:38:51.217" v="20"/>
          <ac:spMkLst>
            <pc:docMk/>
            <pc:sldMk cId="2292980719" sldId="264"/>
            <ac:spMk id="3" creationId="{13486B42-0FB8-734F-80BE-372D09DD582B}"/>
          </ac:spMkLst>
        </pc:spChg>
        <pc:graphicFrameChg chg="add mod">
          <ac:chgData name="Rochelle, Zoe" userId="S::zrochelle@quinnipiac.edu::2d6ab114-924b-4485-8cb4-918913cbb26c" providerId="AD" clId="Web-{63FA5E46-A17E-32FF-08B6-6DD2BBFDDBA1}" dt="2026-04-17T02:39:38.034" v="30" actId="1076"/>
          <ac:graphicFrameMkLst>
            <pc:docMk/>
            <pc:sldMk cId="2292980719" sldId="264"/>
            <ac:graphicFrameMk id="4" creationId="{7230FBBE-9CC7-F59C-B17B-CBD3C9C0AD7F}"/>
          </ac:graphicFrameMkLst>
        </pc:graphicFrameChg>
      </pc:sldChg>
      <pc:sldChg chg="modSp add replId">
        <pc:chgData name="Rochelle, Zoe" userId="S::zrochelle@quinnipiac.edu::2d6ab114-924b-4485-8cb4-918913cbb26c" providerId="AD" clId="Web-{63FA5E46-A17E-32FF-08B6-6DD2BBFDDBA1}" dt="2026-04-17T03:27:10.090" v="633" actId="20577"/>
        <pc:sldMkLst>
          <pc:docMk/>
          <pc:sldMk cId="2455247622" sldId="265"/>
        </pc:sldMkLst>
        <pc:spChg chg="mod">
          <ac:chgData name="Rochelle, Zoe" userId="S::zrochelle@quinnipiac.edu::2d6ab114-924b-4485-8cb4-918913cbb26c" providerId="AD" clId="Web-{63FA5E46-A17E-32FF-08B6-6DD2BBFDDBA1}" dt="2026-04-17T03:27:10.090" v="633" actId="20577"/>
          <ac:spMkLst>
            <pc:docMk/>
            <pc:sldMk cId="2455247622" sldId="265"/>
            <ac:spMk id="2" creationId="{B3292363-CDC8-BF21-C911-F1C9322A6819}"/>
          </ac:spMkLst>
        </pc:spChg>
      </pc:sldChg>
      <pc:sldChg chg="modSp add replId">
        <pc:chgData name="Rochelle, Zoe" userId="S::zrochelle@quinnipiac.edu::2d6ab114-924b-4485-8cb4-918913cbb26c" providerId="AD" clId="Web-{63FA5E46-A17E-32FF-08B6-6DD2BBFDDBA1}" dt="2026-04-17T03:26:52.855" v="630" actId="20577"/>
        <pc:sldMkLst>
          <pc:docMk/>
          <pc:sldMk cId="189024862" sldId="266"/>
        </pc:sldMkLst>
        <pc:spChg chg="mod">
          <ac:chgData name="Rochelle, Zoe" userId="S::zrochelle@quinnipiac.edu::2d6ab114-924b-4485-8cb4-918913cbb26c" providerId="AD" clId="Web-{63FA5E46-A17E-32FF-08B6-6DD2BBFDDBA1}" dt="2026-04-17T03:26:52.855" v="630" actId="20577"/>
          <ac:spMkLst>
            <pc:docMk/>
            <pc:sldMk cId="189024862" sldId="266"/>
            <ac:spMk id="2" creationId="{3CAAC3EE-54B2-CF29-608D-2175695E7E42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15:55.549" v="475" actId="20577"/>
          <ac:spMkLst>
            <pc:docMk/>
            <pc:sldMk cId="189024862" sldId="266"/>
            <ac:spMk id="3" creationId="{DFBD8772-1089-811F-CAB7-936BD73282E3}"/>
          </ac:spMkLst>
        </pc:spChg>
      </pc:sldChg>
      <pc:sldChg chg="modSp add replId modNotes">
        <pc:chgData name="Rochelle, Zoe" userId="S::zrochelle@quinnipiac.edu::2d6ab114-924b-4485-8cb4-918913cbb26c" providerId="AD" clId="Web-{63FA5E46-A17E-32FF-08B6-6DD2BBFDDBA1}" dt="2026-04-17T03:40:43.869" v="799" actId="20577"/>
        <pc:sldMkLst>
          <pc:docMk/>
          <pc:sldMk cId="2957766565" sldId="267"/>
        </pc:sldMkLst>
        <pc:spChg chg="mod">
          <ac:chgData name="Rochelle, Zoe" userId="S::zrochelle@quinnipiac.edu::2d6ab114-924b-4485-8cb4-918913cbb26c" providerId="AD" clId="Web-{63FA5E46-A17E-32FF-08B6-6DD2BBFDDBA1}" dt="2026-04-17T03:40:43.869" v="799" actId="20577"/>
          <ac:spMkLst>
            <pc:docMk/>
            <pc:sldMk cId="2957766565" sldId="267"/>
            <ac:spMk id="2" creationId="{40EE7E0F-8C8A-BFCC-A742-C4A7DCBAEE3B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33:59.241" v="721" actId="20577"/>
          <ac:spMkLst>
            <pc:docMk/>
            <pc:sldMk cId="2957766565" sldId="267"/>
            <ac:spMk id="3" creationId="{AD17AA79-0307-E012-C3C3-47C1D6D4CF8D}"/>
          </ac:spMkLst>
        </pc:spChg>
      </pc:sldChg>
      <pc:sldChg chg="modSp add replId">
        <pc:chgData name="Rochelle, Zoe" userId="S::zrochelle@quinnipiac.edu::2d6ab114-924b-4485-8cb4-918913cbb26c" providerId="AD" clId="Web-{63FA5E46-A17E-32FF-08B6-6DD2BBFDDBA1}" dt="2026-04-17T03:10:40.649" v="411" actId="20577"/>
        <pc:sldMkLst>
          <pc:docMk/>
          <pc:sldMk cId="3586971591" sldId="268"/>
        </pc:sldMkLst>
        <pc:spChg chg="mod">
          <ac:chgData name="Rochelle, Zoe" userId="S::zrochelle@quinnipiac.edu::2d6ab114-924b-4485-8cb4-918913cbb26c" providerId="AD" clId="Web-{63FA5E46-A17E-32FF-08B6-6DD2BBFDDBA1}" dt="2026-04-17T03:10:40.649" v="411" actId="20577"/>
          <ac:spMkLst>
            <pc:docMk/>
            <pc:sldMk cId="3586971591" sldId="268"/>
            <ac:spMk id="2" creationId="{D5BDE26E-BA2E-83DD-E869-0BB5230CDBC0}"/>
          </ac:spMkLst>
        </pc:spChg>
      </pc:sldChg>
      <pc:sldChg chg="modSp add replId">
        <pc:chgData name="Rochelle, Zoe" userId="S::zrochelle@quinnipiac.edu::2d6ab114-924b-4485-8cb4-918913cbb26c" providerId="AD" clId="Web-{63FA5E46-A17E-32FF-08B6-6DD2BBFDDBA1}" dt="2026-04-17T03:38:36.715" v="760" actId="20577"/>
        <pc:sldMkLst>
          <pc:docMk/>
          <pc:sldMk cId="582132285" sldId="269"/>
        </pc:sldMkLst>
        <pc:spChg chg="mod">
          <ac:chgData name="Rochelle, Zoe" userId="S::zrochelle@quinnipiac.edu::2d6ab114-924b-4485-8cb4-918913cbb26c" providerId="AD" clId="Web-{63FA5E46-A17E-32FF-08B6-6DD2BBFDDBA1}" dt="2026-04-17T03:10:54.071" v="414" actId="20577"/>
          <ac:spMkLst>
            <pc:docMk/>
            <pc:sldMk cId="582132285" sldId="269"/>
            <ac:spMk id="2" creationId="{76EC283D-565D-ADB4-21FC-FE2210C1C183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38:36.715" v="760" actId="20577"/>
          <ac:spMkLst>
            <pc:docMk/>
            <pc:sldMk cId="582132285" sldId="269"/>
            <ac:spMk id="3" creationId="{8C0F8985-1230-970B-E60B-7EFCD30E5CD1}"/>
          </ac:spMkLst>
        </pc:spChg>
      </pc:sldChg>
      <pc:sldChg chg="modSp add replId modNotes">
        <pc:chgData name="Rochelle, Zoe" userId="S::zrochelle@quinnipiac.edu::2d6ab114-924b-4485-8cb4-918913cbb26c" providerId="AD" clId="Web-{63FA5E46-A17E-32FF-08B6-6DD2BBFDDBA1}" dt="2026-04-17T03:39:55.865" v="784"/>
        <pc:sldMkLst>
          <pc:docMk/>
          <pc:sldMk cId="1333383094" sldId="270"/>
        </pc:sldMkLst>
        <pc:spChg chg="mod">
          <ac:chgData name="Rochelle, Zoe" userId="S::zrochelle@quinnipiac.edu::2d6ab114-924b-4485-8cb4-918913cbb26c" providerId="AD" clId="Web-{63FA5E46-A17E-32FF-08B6-6DD2BBFDDBA1}" dt="2026-04-17T03:28:21.343" v="639" actId="20577"/>
          <ac:spMkLst>
            <pc:docMk/>
            <pc:sldMk cId="1333383094" sldId="270"/>
            <ac:spMk id="2" creationId="{9806BD8E-677D-18CB-A3AD-00BAD95AC546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35:41.930" v="746" actId="20577"/>
          <ac:spMkLst>
            <pc:docMk/>
            <pc:sldMk cId="1333383094" sldId="270"/>
            <ac:spMk id="3" creationId="{F20E4046-12AA-A9C4-822E-02F2FEB7185B}"/>
          </ac:spMkLst>
        </pc:spChg>
      </pc:sldChg>
      <pc:sldChg chg="modSp add ord replId modNotes">
        <pc:chgData name="Rochelle, Zoe" userId="S::zrochelle@quinnipiac.edu::2d6ab114-924b-4485-8cb4-918913cbb26c" providerId="AD" clId="Web-{63FA5E46-A17E-32FF-08B6-6DD2BBFDDBA1}" dt="2026-04-17T03:39:33.566" v="773"/>
        <pc:sldMkLst>
          <pc:docMk/>
          <pc:sldMk cId="1543916677" sldId="271"/>
        </pc:sldMkLst>
        <pc:spChg chg="mod">
          <ac:chgData name="Rochelle, Zoe" userId="S::zrochelle@quinnipiac.edu::2d6ab114-924b-4485-8cb4-918913cbb26c" providerId="AD" clId="Web-{63FA5E46-A17E-32FF-08B6-6DD2BBFDDBA1}" dt="2026-04-17T03:26:48.745" v="629" actId="20577"/>
          <ac:spMkLst>
            <pc:docMk/>
            <pc:sldMk cId="1543916677" sldId="271"/>
            <ac:spMk id="2" creationId="{9428D23D-C0A7-F678-C5E7-A87D5D0816DF}"/>
          </ac:spMkLst>
        </pc:spChg>
        <pc:spChg chg="mod">
          <ac:chgData name="Rochelle, Zoe" userId="S::zrochelle@quinnipiac.edu::2d6ab114-924b-4485-8cb4-918913cbb26c" providerId="AD" clId="Web-{63FA5E46-A17E-32FF-08B6-6DD2BBFDDBA1}" dt="2026-04-17T03:30:34.784" v="698" actId="20577"/>
          <ac:spMkLst>
            <pc:docMk/>
            <pc:sldMk cId="1543916677" sldId="271"/>
            <ac:spMk id="3" creationId="{9A6ED0DF-4BBD-A6A6-54D3-1E037EA5269A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standard TSFMs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Sheet1!$B$3:$B$5</c:f>
              <c:numCache>
                <c:formatCode>General</c:formatCode>
                <c:ptCount val="3"/>
                <c:pt idx="0">
                  <c:v>0.19400000000000001</c:v>
                </c:pt>
                <c:pt idx="1">
                  <c:v>0.20080000000000001</c:v>
                </c:pt>
                <c:pt idx="2">
                  <c:v>0.2374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04-4BD7-8FE1-9115C1543AE5}"/>
            </c:ext>
          </c:extLst>
        </c:ser>
        <c:ser>
          <c:idx val="1"/>
          <c:order val="1"/>
          <c:tx>
            <c:strRef>
              <c:f>Sheet1!$C$2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Sheet1!$C$3:$C$5</c:f>
              <c:numCache>
                <c:formatCode>General</c:formatCode>
                <c:ptCount val="3"/>
                <c:pt idx="0">
                  <c:v>0.2492</c:v>
                </c:pt>
                <c:pt idx="1">
                  <c:v>0.2525</c:v>
                </c:pt>
                <c:pt idx="2">
                  <c:v>0.3044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04-4BD7-8FE1-9115C1543A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38856968"/>
        <c:axId val="1938859016"/>
      </c:barChart>
      <c:catAx>
        <c:axId val="1938856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9016"/>
        <c:crosses val="autoZero"/>
        <c:auto val="1"/>
        <c:lblAlgn val="ctr"/>
        <c:lblOffset val="100"/>
        <c:noMultiLvlLbl val="0"/>
      </c:catAx>
      <c:valAx>
        <c:axId val="1938859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6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RAF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Sheet1!$B$9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Sheet1!$B$10:$B$11</c:f>
              <c:numCache>
                <c:formatCode>General</c:formatCode>
                <c:ptCount val="2"/>
                <c:pt idx="0">
                  <c:v>0.19400000000000001</c:v>
                </c:pt>
                <c:pt idx="1">
                  <c:v>0.23180000000000001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93-4516-9315-F94356535AC4}"/>
            </c:ext>
          </c:extLst>
        </c:ser>
        <c:ser>
          <c:idx val="1"/>
          <c:order val="1"/>
          <c:tx>
            <c:strRef>
              <c:f>Sheet1!$C$9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Sheet1!$C$10:$C$11</c:f>
              <c:numCache>
                <c:formatCode>General</c:formatCode>
                <c:ptCount val="2"/>
                <c:pt idx="0">
                  <c:v>0.2492</c:v>
                </c:pt>
                <c:pt idx="1">
                  <c:v>0.27379999999999999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93-4516-9315-F94356535A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48935943"/>
        <c:axId val="1377920520"/>
      </c:barChart>
      <c:catAx>
        <c:axId val="1848935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7920520"/>
        <c:crosses val="autoZero"/>
        <c:auto val="1"/>
        <c:lblAlgn val="ctr"/>
        <c:lblOffset val="100"/>
        <c:noMultiLvlLbl val="0"/>
      </c:catAx>
      <c:valAx>
        <c:axId val="1377920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48935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4E06E-E5ED-48A5-9D5E-E1AAD3C6EB5E}" type="datetimeFigureOut"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70AA1C-A59A-4D57-AE60-B13F134F4FC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897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TS-RAG and TS-RAG with retrieval are the same thing. Some people just like to add the "with retrieval" part for some reason. </a:t>
            </a:r>
            <a:r>
              <a:rPr lang="en-US"/>
              <a:t>TS-RAG necessarily has retrieval.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88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Update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33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Not sure to include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87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298EA-3822-A62B-3D4A-BECF13673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Problem/Motivation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2D256-4289-AF72-1189-694267BC7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>
                <a:ea typeface="+mn-lt"/>
                <a:cs typeface="+mn-lt"/>
              </a:rPr>
              <a:t>How can we improve zero-shot time series forecasting by retrieving similar historical time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series patterns from a knowledge base and combining them with the current input before</a:t>
            </a:r>
            <a:endParaRPr lang="en-US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generating the forecast?</a:t>
            </a:r>
            <a:endParaRPr lang="en-US"/>
          </a:p>
          <a:p>
            <a:pPr>
              <a:buNone/>
            </a:pPr>
            <a:endParaRPr lang="en-US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Essentially, the goal is to improve time series forecasts by using similar past examples to</a:t>
            </a:r>
            <a:endParaRPr lang="en-US" dirty="0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provide extra context.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5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460C0-04C5-DB95-9E58-B722972A8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7E0F-8C8A-BFCC-A742-C4A7DCBAE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Problem/Motivation (Cont.) - in simple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7AA79-0307-E012-C3C3-47C1D6D4C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 b="1">
                <a:ea typeface="+mn-lt"/>
                <a:cs typeface="+mn-lt"/>
              </a:rPr>
              <a:t>Normal forecasting model (TSFM):</a:t>
            </a:r>
            <a:endParaRPr lang="en-US" sz="2000">
              <a:ea typeface="+mn-lt"/>
              <a:cs typeface="+mn-lt"/>
            </a:endParaRP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Here is the recent pattern.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Predict what comes next. </a:t>
            </a:r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b="1">
                <a:ea typeface="+mn-lt"/>
                <a:cs typeface="+mn-lt"/>
              </a:rPr>
              <a:t>TS-RAG: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Here is the recent pattern.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Also, here are several old patterns that looked similar, plus what happened after them.</a:t>
            </a:r>
          </a:p>
          <a:p>
            <a:pPr lvl="1">
              <a:buNone/>
            </a:pPr>
            <a:r>
              <a:rPr lang="en-US" sz="2000">
                <a:ea typeface="+mn-lt"/>
                <a:cs typeface="+mn-lt"/>
              </a:rPr>
              <a:t>Now predict what comes next.</a:t>
            </a:r>
          </a:p>
        </p:txBody>
      </p:sp>
    </p:spTree>
    <p:extLst>
      <p:ext uri="{BB962C8B-B14F-4D97-AF65-F5344CB8AC3E}">
        <p14:creationId xmlns:p14="http://schemas.microsoft.com/office/powerpoint/2010/main" val="2957766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1E8B-1575-D2D6-0C48-76858FB7E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C3EE-54B2-CF29-608D-2175695E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What the repo proposes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D8772-1089-811F-CAB7-936BD7328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>
                <a:ea typeface="+mn-lt"/>
                <a:cs typeface="+mn-lt"/>
              </a:rPr>
              <a:t>The repo proposes that </a:t>
            </a:r>
            <a:r>
              <a:rPr lang="en-US" sz="2000" b="1">
                <a:ea typeface="+mn-lt"/>
                <a:cs typeface="+mn-lt"/>
              </a:rPr>
              <a:t>TS-RAG improves zero-shot forecasting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dirty="0"/>
          </a:p>
          <a:p>
            <a:pPr>
              <a:buNone/>
            </a:pPr>
            <a:endParaRPr lang="en-US" sz="2000" b="1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To demonstrate this, the project proposes a test - compare a retrieval augmented</a:t>
            </a:r>
            <a:endParaRPr lang="en-US" dirty="0"/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forecasting model (TS-RAG) against a standard backbone forecasting model without retrieval.</a:t>
            </a:r>
            <a:endParaRPr lang="en-US"/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In the code, this appears as the models </a:t>
            </a:r>
            <a:r>
              <a:rPr lang="en-US" sz="2000" err="1">
                <a:ea typeface="+mn-lt"/>
                <a:cs typeface="+mn-lt"/>
              </a:rPr>
              <a:t>ChronosBoltRetrieve</a:t>
            </a:r>
            <a:r>
              <a:rPr lang="en-US" sz="2000" dirty="0">
                <a:ea typeface="+mn-lt"/>
                <a:cs typeface="+mn-lt"/>
              </a:rPr>
              <a:t> versus </a:t>
            </a:r>
            <a:r>
              <a:rPr lang="en-US" sz="2000" err="1">
                <a:ea typeface="+mn-lt"/>
                <a:cs typeface="+mn-lt"/>
              </a:rPr>
              <a:t>ChronosBolt</a:t>
            </a:r>
            <a:r>
              <a:rPr lang="en-US" sz="2000" dirty="0">
                <a:ea typeface="+mn-lt"/>
                <a:cs typeface="+mn-lt"/>
              </a:rPr>
              <a:t> respectively.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902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1AE57-D6A3-9297-3D80-3B0B3A1D6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6BD8E-677D-18CB-A3AD-00BAD95AC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Key Terms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E4046-12AA-A9C4-822E-02F2FEB71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Standard backbone forecasting model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TS-RAG</a:t>
            </a:r>
            <a:endParaRPr lang="en-US" sz="2000" dirty="0">
              <a:ea typeface="+mn-lt"/>
              <a:cs typeface="+mn-lt"/>
            </a:endParaRPr>
          </a:p>
          <a:p>
            <a:pPr lvl="2">
              <a:buNone/>
            </a:pPr>
            <a:r>
              <a:rPr lang="en-US">
                <a:ea typeface="+mn-lt"/>
                <a:cs typeface="+mn-lt"/>
              </a:rPr>
              <a:t>has three components: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time series foundation model,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retriever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an Adaptive Retrieval Mixer (ARM), which combines retrieved horizons with the input before forecasting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sz="2000">
                <a:ea typeface="+mn-lt"/>
                <a:cs typeface="+mn-lt"/>
              </a:rPr>
              <a:t>Zero-Shot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/>
              <a:t>Etc.</a:t>
            </a:r>
            <a:endParaRPr lang="en-US" sz="2000" dirty="0"/>
          </a:p>
          <a:p>
            <a:pP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338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BB1B9-38F4-992A-4C8F-47F2699E4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2363-CDC8-BF21-C911-F1C9322A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System/</a:t>
            </a:r>
            <a:r>
              <a:rPr lang="en-US" sz="4000">
                <a:ea typeface="+mj-lt"/>
                <a:cs typeface="+mj-lt"/>
              </a:rPr>
              <a:t>Architecture</a:t>
            </a:r>
            <a:r>
              <a:rPr lang="en-US" sz="4000"/>
              <a:t> 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BB429-9994-F93A-4C3C-0380696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247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F5E2-DB44-FD10-D254-487077EA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AB91-49E0-0055-6253-7FC4B9E9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Key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EF23-ADFC-2D96-356F-A42F612B5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3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42161-AF5A-6FC5-AB15-83AB79C8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5D33C-38DF-A625-2FB7-8DBDA6AF2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Experiment Logic - </a:t>
            </a:r>
            <a:r>
              <a:rPr lang="en-US" sz="4000">
                <a:ea typeface="+mj-lt"/>
                <a:cs typeface="+mj-lt"/>
              </a:rPr>
              <a:t>What is being compared?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16739-EA63-4D78-6C00-D1212D06C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1700" b="1"/>
              <a:t>Compare</a:t>
            </a:r>
            <a:endParaRPr lang="en-US" sz="1700" dirty="0"/>
          </a:p>
          <a:p>
            <a:pPr lvl="1">
              <a:buNone/>
            </a:pPr>
            <a:r>
              <a:rPr lang="en-US" sz="1700" dirty="0"/>
              <a:t>TS-RAG, implemented as a retrieval-augmented model, i.e. </a:t>
            </a:r>
            <a:r>
              <a:rPr lang="en-US" sz="1700" dirty="0" err="1"/>
              <a:t>ChronosBoltRetrieve</a:t>
            </a:r>
            <a:endParaRPr lang="en-US" sz="1700" dirty="0"/>
          </a:p>
          <a:p>
            <a:pPr>
              <a:buNone/>
            </a:pPr>
            <a:r>
              <a:rPr lang="en-US" sz="1700" b="1"/>
              <a:t>With</a:t>
            </a:r>
            <a:endParaRPr lang="en-US" sz="1700" dirty="0"/>
          </a:p>
          <a:p>
            <a:pPr lvl="1">
              <a:buNone/>
            </a:pPr>
            <a:r>
              <a:rPr lang="en-US" sz="1700" dirty="0"/>
              <a:t>The non-retrieval the backbone model </a:t>
            </a:r>
            <a:r>
              <a:rPr lang="en-US" sz="1700" dirty="0" err="1"/>
              <a:t>ChronosBolt</a:t>
            </a:r>
            <a:endParaRPr lang="en-US" sz="1700" dirty="0"/>
          </a:p>
          <a:p>
            <a:pPr marL="0" indent="0">
              <a:buNone/>
            </a:pPr>
            <a:endParaRPr lang="en-US" sz="1700" dirty="0">
              <a:ea typeface="+mn-lt"/>
              <a:cs typeface="+mn-lt"/>
            </a:endParaRPr>
          </a:p>
          <a:p>
            <a:pPr>
              <a:buNone/>
            </a:pPr>
            <a:r>
              <a:rPr lang="en-US" sz="1700">
                <a:ea typeface="+mn-lt"/>
                <a:cs typeface="+mn-lt"/>
              </a:rPr>
              <a:t>The repo’s zero-shot script supports these model choices:</a:t>
            </a:r>
            <a:endParaRPr lang="en-US" sz="1700" dirty="0"/>
          </a:p>
          <a:p>
            <a:pPr marL="914400" lvl="1" indent="-457200"/>
            <a:r>
              <a:rPr lang="en-US" sz="1700" err="1">
                <a:ea typeface="+mn-lt"/>
                <a:cs typeface="+mn-lt"/>
              </a:rPr>
              <a:t>ChronosBoltRetrieve</a:t>
            </a:r>
            <a:endParaRPr lang="en-US" sz="1700" dirty="0">
              <a:ea typeface="+mn-lt"/>
              <a:cs typeface="+mn-lt"/>
            </a:endParaRPr>
          </a:p>
          <a:p>
            <a:pPr marL="914400" lvl="1" indent="-457200"/>
            <a:r>
              <a:rPr lang="en-US" sz="1700" err="1">
                <a:ea typeface="+mn-lt"/>
                <a:cs typeface="+mn-lt"/>
              </a:rPr>
              <a:t>ChronosBolt</a:t>
            </a:r>
            <a:endParaRPr lang="en-US" sz="1700" dirty="0"/>
          </a:p>
          <a:p>
            <a:pPr marL="914400" lvl="1" indent="-457200"/>
            <a:r>
              <a:rPr lang="en-US" sz="1700" dirty="0" err="1">
                <a:ea typeface="+mn-lt"/>
                <a:cs typeface="+mn-lt"/>
              </a:rPr>
              <a:t>MOMENTRetrieve</a:t>
            </a:r>
            <a:r>
              <a:rPr lang="en-US" sz="1700" dirty="0">
                <a:ea typeface="+mn-lt"/>
                <a:cs typeface="+mn-lt"/>
              </a:rPr>
              <a:t> (unused)</a:t>
            </a:r>
            <a:endParaRPr lang="en-US" sz="1700" dirty="0"/>
          </a:p>
          <a:p>
            <a:pPr lvl="1">
              <a:buNone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26224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43ED-AE9B-B7F0-9074-110202AC8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DE26E-BA2E-83DD-E869-0BB5230CD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Experiment</a:t>
            </a:r>
            <a:r>
              <a:rPr lang="en-US" sz="4000"/>
              <a:t> Logic (Cont.) - Metrics?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9BA06-BCF4-6C82-40F6-60626E18C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97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3EC1-10F8-6D7B-1714-64916FBB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D23D-C0A7-F678-C5E7-A87D5D081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Datasets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ED0DF-4BBD-A6A6-54D3-1E037EA52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ea typeface="+mn-lt"/>
                <a:cs typeface="+mn-lt"/>
              </a:rPr>
              <a:t>ETTh1, ETTh2, ETTm1, ETTm2, Weather, Traffic, and Electricity (ECL) are common benchmark </a:t>
            </a:r>
            <a:r>
              <a:rPr lang="en-US" sz="2000">
                <a:ea typeface="+mn-lt"/>
                <a:cs typeface="+mn-lt"/>
              </a:rPr>
              <a:t>datasets in time-series forecasting. Our reproduction used only ETTh1, but the repo supports </a:t>
            </a:r>
            <a:r>
              <a:rPr lang="en-US" sz="2000" dirty="0">
                <a:ea typeface="+mn-lt"/>
                <a:cs typeface="+mn-lt"/>
              </a:rPr>
              <a:t>the following datasets:</a:t>
            </a:r>
            <a:endParaRPr lang="en-US" sz="2000" dirty="0"/>
          </a:p>
          <a:p>
            <a:pPr>
              <a:buNone/>
            </a:pPr>
            <a:endParaRPr lang="en-US" sz="2000" dirty="0"/>
          </a:p>
          <a:p>
            <a:r>
              <a:rPr lang="en-US" sz="2000" b="1">
                <a:ea typeface="+mn-lt"/>
                <a:cs typeface="+mn-lt"/>
              </a:rPr>
              <a:t>ETTh1, ETTh2, ETTm1, ETTm2</a:t>
            </a:r>
            <a:r>
              <a:rPr lang="en-US" sz="2000">
                <a:ea typeface="+mn-lt"/>
                <a:cs typeface="+mn-lt"/>
              </a:rPr>
              <a:t>: four subsets of the Electricity Transformer Temperature (ETT) dataset.</a:t>
            </a:r>
          </a:p>
          <a:p>
            <a:r>
              <a:rPr lang="en-US" sz="2000" b="1">
                <a:ea typeface="+mn-lt"/>
                <a:cs typeface="+mn-lt"/>
              </a:rPr>
              <a:t>Weather:</a:t>
            </a:r>
            <a:r>
              <a:rPr lang="en-US" sz="2000">
                <a:ea typeface="+mn-lt"/>
                <a:cs typeface="+mn-lt"/>
              </a:rPr>
              <a:t> a multivariate weather forecasting dataset commonly used in long-horizon benchmarks.</a:t>
            </a:r>
          </a:p>
          <a:p>
            <a:r>
              <a:rPr lang="en-US" sz="2000" b="1">
                <a:ea typeface="+mn-lt"/>
                <a:cs typeface="+mn-lt"/>
              </a:rPr>
              <a:t>Traffic:</a:t>
            </a:r>
            <a:r>
              <a:rPr lang="en-US" sz="2000">
                <a:ea typeface="+mn-lt"/>
                <a:cs typeface="+mn-lt"/>
              </a:rPr>
              <a:t> a multivariate traffic dataset, often built from many road sensors.</a:t>
            </a:r>
          </a:p>
          <a:p>
            <a:r>
              <a:rPr lang="en-US" sz="2000" b="1">
                <a:ea typeface="+mn-lt"/>
                <a:cs typeface="+mn-lt"/>
              </a:rPr>
              <a:t>Electricity / ECL:</a:t>
            </a:r>
            <a:r>
              <a:rPr lang="en-US" sz="2000">
                <a:ea typeface="+mn-lt"/>
                <a:cs typeface="+mn-lt"/>
              </a:rPr>
              <a:t> the electricity load dataset; “ECL” is the short name commonly used in papers and benchmark libraries.</a:t>
            </a:r>
          </a:p>
        </p:txBody>
      </p:sp>
    </p:spTree>
    <p:extLst>
      <p:ext uri="{BB962C8B-B14F-4D97-AF65-F5344CB8AC3E}">
        <p14:creationId xmlns:p14="http://schemas.microsoft.com/office/powerpoint/2010/main" val="1543916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C447-68CC-970B-B836-B154CE380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C283D-565D-ADB4-21FC-FE2210C1C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 Results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F8985-1230-970B-E60B-7EFCD30E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/>
              <a:t>The model successfully completed a zero-shot forecasting run on the ETTh1 dataset.</a:t>
            </a:r>
          </a:p>
          <a:p>
            <a:pPr marL="0" indent="0">
              <a:buNone/>
            </a:pPr>
            <a:r>
              <a:rPr lang="en-US" sz="2000" dirty="0"/>
              <a:t>As </a:t>
            </a:r>
            <a:r>
              <a:rPr lang="en-US" sz="2000" b="1" dirty="0"/>
              <a:t>input</a:t>
            </a:r>
            <a:r>
              <a:rPr lang="en-US" sz="2000" dirty="0"/>
              <a:t>, it used 512 past time-steps, as </a:t>
            </a:r>
            <a:r>
              <a:rPr lang="en-US" sz="2000" b="1" dirty="0"/>
              <a:t>output</a:t>
            </a:r>
            <a:r>
              <a:rPr lang="en-US" sz="2000"/>
              <a:t> it predicted the next 64 future-timesteps.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/>
              <a:t>The model produced:   </a:t>
            </a:r>
          </a:p>
          <a:p>
            <a:pPr>
              <a:buFont typeface="Arial"/>
              <a:buChar char="•"/>
            </a:pPr>
            <a:r>
              <a:rPr lang="en-US" sz="2000"/>
              <a:t>    Mean Absolute Error: </a:t>
            </a:r>
            <a:r>
              <a:rPr lang="en-US" sz="2000">
                <a:solidFill>
                  <a:srgbClr val="FF0000"/>
                </a:solidFill>
              </a:rPr>
              <a:t>0.3623</a:t>
            </a:r>
            <a:endParaRPr lang="en-US" sz="2000"/>
          </a:p>
          <a:p>
            <a:pPr>
              <a:buFont typeface="Arial"/>
              <a:buChar char="•"/>
            </a:pPr>
            <a:r>
              <a:rPr lang="en-US" sz="2000"/>
              <a:t>    Mean Squared Error:  </a:t>
            </a:r>
            <a:r>
              <a:rPr lang="en-US" sz="2000">
                <a:solidFill>
                  <a:srgbClr val="FF0000"/>
                </a:solidFill>
              </a:rPr>
              <a:t>0.3556</a:t>
            </a:r>
            <a:endParaRPr lang="en-US" sz="200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Lower MSE and MAE indicate better forecasting performance. These values show that the model produced a valid forecast with measurable prediction error.</a:t>
            </a:r>
          </a:p>
          <a:p>
            <a:pPr marL="0" indent="0">
              <a:buNone/>
            </a:pPr>
            <a:r>
              <a:rPr lang="en-US" sz="2000" b="1"/>
              <a:t>Conclusion:</a:t>
            </a:r>
            <a:r>
              <a:rPr lang="en-US" sz="2000"/>
              <a:t> We</a:t>
            </a:r>
            <a:r>
              <a:rPr lang="en-US" sz="2000" dirty="0"/>
              <a:t> can use this data to argue that TS-RAG improves zero-shot forecasting by comparing it against other methods, like RAF.</a:t>
            </a:r>
          </a:p>
          <a:p>
            <a:pPr>
              <a:buNone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582132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8B8D-A343-0CAC-9308-A89F73B9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Run </a:t>
            </a:r>
            <a:r>
              <a:rPr lang="en-US" sz="4000"/>
              <a:t>Results (cont.) - </a:t>
            </a:r>
            <a:r>
              <a:rPr lang="en-US" sz="4000" dirty="0"/>
              <a:t>TS-RAG vs standard TSFMs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64484"/>
              </p:ext>
            </p:extLst>
          </p:nvPr>
        </p:nvGraphicFramePr>
        <p:xfrm>
          <a:off x="1922305" y="1715170"/>
          <a:ext cx="8349803" cy="44281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25915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93293-D2F9-2884-BF8A-FB53D58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 Results (cont.) - TS-RAG vs RAF</a:t>
            </a:r>
            <a:endParaRPr lang="en-US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230FBBE-9CC7-F59C-B17B-CBD3C9C0AD7F}"/>
              </a:ext>
              <a:ext uri="{147F2762-F138-4A5C-976F-8EAC2B608ADB}">
                <a16:predDERef xmlns:a16="http://schemas.microsoft.com/office/drawing/2014/main" pre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0204357"/>
              </p:ext>
            </p:extLst>
          </p:nvPr>
        </p:nvGraphicFramePr>
        <p:xfrm>
          <a:off x="2294050" y="1715172"/>
          <a:ext cx="7617048" cy="4192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92980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D9C7A-A270-A8E7-26EB-4D6F58ED0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Critical Insite/</a:t>
            </a:r>
            <a:r>
              <a:rPr lang="en-US" sz="4000">
                <a:ea typeface="+mj-lt"/>
                <a:cs typeface="+mj-lt"/>
              </a:rPr>
              <a:t>Limitations?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38C5-9DC7-5CD3-FA50-BE02DE3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>
                <a:ea typeface="+mn-lt"/>
                <a:cs typeface="+mn-lt"/>
              </a:rPr>
              <a:t>TS-RAG improves forecasting without changing the backbone itself very much. Keep in mind, that  the backbone is the base model, in this case, Chronos-Bolt.</a:t>
            </a:r>
            <a:endParaRPr lang="en-US" dirty="0"/>
          </a:p>
          <a:p>
            <a:r>
              <a:rPr lang="en-US" sz="1700" dirty="0">
                <a:ea typeface="+mn-lt"/>
                <a:cs typeface="+mn-lt"/>
              </a:rPr>
              <a:t>Instead of attempting to improves performance by training a bigger model, it does so by retrieving useful historical patterns and mixing them into the prediction process.</a:t>
            </a:r>
            <a:endParaRPr lang="en-US" dirty="0"/>
          </a:p>
          <a:p>
            <a:r>
              <a:rPr lang="en-US" sz="1700">
                <a:ea typeface="+mn-lt"/>
                <a:cs typeface="+mn-lt"/>
              </a:rPr>
              <a:t>That stood out to us because it suggests that, in zero-shot forecasting, having the right context may be just as important as having a stronger model.</a:t>
            </a:r>
            <a:endParaRPr lang="en-US"/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  <a:p>
            <a:pPr marL="0" indent="0">
              <a:buNone/>
            </a:pPr>
            <a:r>
              <a:rPr lang="en-US" sz="1700" b="1">
                <a:solidFill>
                  <a:srgbClr val="FF0000"/>
                </a:solidFill>
              </a:rPr>
              <a:t>Think about adding limitations?</a:t>
            </a:r>
            <a:endParaRPr lang="en-US" sz="1700" dirty="0">
              <a:solidFill>
                <a:srgbClr val="000000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09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13</Slides>
  <Notes>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Problem/Motivation</vt:lpstr>
      <vt:lpstr>Problem/Motivation (Cont.) - in simple terms</vt:lpstr>
      <vt:lpstr>What the repo proposes</vt:lpstr>
      <vt:lpstr>Key Terms</vt:lpstr>
      <vt:lpstr>System/Architecture Diagram</vt:lpstr>
      <vt:lpstr>Key Modules</vt:lpstr>
      <vt:lpstr>Experiment Logic - What is being compared?</vt:lpstr>
      <vt:lpstr>Experiment Logic (Cont.) - Metrics?</vt:lpstr>
      <vt:lpstr>Datasets</vt:lpstr>
      <vt:lpstr>Run Results</vt:lpstr>
      <vt:lpstr>Run Results (cont.) - TS-RAG vs standard TSFMs</vt:lpstr>
      <vt:lpstr>Run Results (cont.) - TS-RAG vs RAF</vt:lpstr>
      <vt:lpstr>Critical Insite/Limitations?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391</cp:revision>
  <dcterms:created xsi:type="dcterms:W3CDTF">2026-03-24T23:51:18Z</dcterms:created>
  <dcterms:modified xsi:type="dcterms:W3CDTF">2026-04-17T03:40:51Z</dcterms:modified>
</cp:coreProperties>
</file>
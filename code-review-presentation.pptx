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90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25B7-1D43-AEAE-AB14-D0AE18F46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B6971-AAE1-22D2-7A10-0053DD292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453A0-43D2-3E27-9573-189DE77C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7F4EC-3D4D-390D-FEEB-7882DCF5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14D2-51D8-FB9F-4A0D-BE45FCBE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4D64-9D6D-D313-6EB3-CDFF010B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400F0-63AF-7106-35C6-DF2DF8682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E7EB8-812E-1FD8-ACEE-E6C13B9A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324-0D97-B22F-F616-AAB957D5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34B21-0993-E3ED-4986-37B42701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C6A1-45E8-C541-9610-C9A52CD03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6A61-85B2-2FCA-3E1D-2CE688315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F0ABF-BD9B-A683-4205-C9F5DA61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FF6E2-8DB7-2222-57D3-18F08B6A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902B-519E-3EEA-A8AE-1823A1E0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3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C761-BF4E-2DD6-E595-E698CB93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059D1-CC72-836C-EFF0-FBECE85EC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16819-21EF-2764-C988-5080118B2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B36F7-C1EA-DB05-AFCB-BD9E987F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9DA10-CD1E-4C70-ACF7-1DDDF0AC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25EE0-EFAF-03D4-55AD-A1931ACF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1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5725-131E-8A11-4F17-E57756EE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0BAE1-31D1-09BC-BA37-DE38708D1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2AB05-785E-628D-8A88-1C885EAB3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E41F9-14AD-448B-E2F5-07057A950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208DF-3C09-791E-E316-6EEA8CA1E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3AC55-2C00-A1CF-8D2E-A887866D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36EBE-BC6B-E5CC-B90B-131E5116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932D7-9B06-8869-84DF-95841B38F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6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BE3A-7AC1-8B8A-8639-6D206375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C6C0F-0B33-4928-4896-70ECCF50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FC669-F244-A394-7894-79F21ABF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66E12-84B4-F8C9-B747-C1493441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3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25C5E-D7CF-E371-C964-B5E29A68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1D84B-7823-FE8F-570A-67626B77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F3980-CCE1-A9B7-34E4-0D1420BB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2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32A5-8547-D41B-C9CD-D6CC1528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19EA-BBDE-E315-864A-0677A7CB1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16A9F-DA1B-62CA-AA4E-E1C2CFA5A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47B3B-F44E-AF41-C450-5CAAEFB85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6BA81-660F-B1E1-1B34-22669A4BF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1F50C-7A4D-20A9-8C78-ABF4A01B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4205-C515-4C37-5633-F6451DEC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C71DC-BA71-4834-1413-7101F00AB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636C1-4045-660E-6448-A1B3D2FAE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3E088-578B-FC94-C01D-1DCA710A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83C1-31CA-582B-2C3B-CCE66DB8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622AA-798A-BA89-82F0-EAE693DF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1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078B8-A9C5-6841-2498-F06C4A59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247DA-C9B8-8190-5860-0A595EB0C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4DE2-F17B-3BF8-EC9D-A254FEEF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590B2-EE9F-1649-D586-11B7E37D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1E0D-25C9-917F-E69E-F0185D5A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0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7553F-A9BD-EF78-E499-08277FDE8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8B4C0-F7DE-7BF6-0849-9E3C1D16C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2C79A-16B2-BA3F-222A-5D7FBA73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5BDB-6A17-5AFE-8880-7FBDCEBD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123A4-A74A-3033-B9EB-4BA2F1F7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3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A5D54-4391-1B36-B437-29A9512E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E803E-1800-4C86-5399-3AA9A644D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3C01-796F-961E-576A-B9DD139E4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D53D8-1F0E-4A25-AABA-599484B8DD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BE729-1AF2-12D1-74C3-BAC6BACA5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34CEE-C3E3-9ECC-56AA-1C34DE2FD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F0902-52EC-437F-8861-CE7930EB1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5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30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Rochelle II</dc:creator>
  <cp:lastModifiedBy>Zoe Rochelle II</cp:lastModifiedBy>
  <cp:revision>1</cp:revision>
  <dcterms:created xsi:type="dcterms:W3CDTF">2026-03-04T22:46:19Z</dcterms:created>
  <dcterms:modified xsi:type="dcterms:W3CDTF">2026-03-04T22:46:44Z</dcterms:modified>
</cp:coreProperties>
</file>